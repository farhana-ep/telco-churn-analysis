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ADAB4-CFCD-DC2A-B8E1-837013EE15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3600" b="1" dirty="0"/>
              <a:t>CUSTOMER CHURN ANALYSIS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579482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64A8-DBFA-617D-8BB1-0F1A97C3D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2297"/>
          </a:xfrm>
        </p:spPr>
        <p:txBody>
          <a:bodyPr>
            <a:normAutofit/>
          </a:bodyPr>
          <a:lstStyle/>
          <a:p>
            <a:r>
              <a:rPr lang="en-GB" sz="3200" b="1" dirty="0"/>
              <a:t>INTRODUCTION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ACC0A-F614-DED6-FF55-B922BF16B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8097"/>
            <a:ext cx="9601200" cy="4409303"/>
          </a:xfrm>
        </p:spPr>
        <p:txBody>
          <a:bodyPr/>
          <a:lstStyle/>
          <a:p>
            <a:r>
              <a:rPr lang="en-GB" dirty="0"/>
              <a:t>Customer churn is a major issue in the telecom industry because customers frequently switch to competitors. Predicting churn helps companies improve customer retention.</a:t>
            </a:r>
          </a:p>
          <a:p>
            <a:r>
              <a:rPr lang="en-GB" dirty="0"/>
              <a:t>Telecom companies face strong competition, making customer retention difficult. Predicting churn helps companies identify customers who may leave and take preventive 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1496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6CC8-AC1C-C33B-918A-B2EFFFD1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488092"/>
          </a:xfrm>
        </p:spPr>
        <p:txBody>
          <a:bodyPr>
            <a:normAutofit/>
          </a:bodyPr>
          <a:lstStyle/>
          <a:p>
            <a:r>
              <a:rPr lang="en-GB" sz="2400" b="1" dirty="0"/>
              <a:t>OBJECTIVE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A2559-AA9D-4691-8AA3-A806132E0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73892"/>
            <a:ext cx="9601200" cy="4693508"/>
          </a:xfrm>
        </p:spPr>
        <p:txBody>
          <a:bodyPr>
            <a:normAutofit/>
          </a:bodyPr>
          <a:lstStyle/>
          <a:p>
            <a:r>
              <a:rPr lang="en-GB" sz="1800" dirty="0"/>
              <a:t>Predict customer churn </a:t>
            </a:r>
          </a:p>
          <a:p>
            <a:r>
              <a:rPr lang="en-GB" sz="1800" dirty="0"/>
              <a:t>Identify factors affecting churn</a:t>
            </a:r>
          </a:p>
          <a:p>
            <a:r>
              <a:rPr lang="en-GB" sz="1800" dirty="0"/>
              <a:t>Suggest retention strategies</a:t>
            </a:r>
          </a:p>
          <a:p>
            <a:pPr marL="0" indent="0">
              <a:buNone/>
            </a:pPr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The objective of this project is to predict which customers are likely to leave the telecom company and identify the factors affecting churn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921221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21CD-E839-DC2F-1C00-493F91A8E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6373"/>
          </a:xfrm>
        </p:spPr>
        <p:txBody>
          <a:bodyPr>
            <a:normAutofit/>
          </a:bodyPr>
          <a:lstStyle/>
          <a:p>
            <a:r>
              <a:rPr lang="en-GB" sz="2400" b="1" dirty="0"/>
              <a:t>TOOLS USED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A0DF7-0457-F22A-5668-A0BE220A2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35676"/>
            <a:ext cx="9601200" cy="4631724"/>
          </a:xfrm>
        </p:spPr>
        <p:txBody>
          <a:bodyPr>
            <a:normAutofit/>
          </a:bodyPr>
          <a:lstStyle/>
          <a:p>
            <a:r>
              <a:rPr lang="en-GB" sz="1800" dirty="0"/>
              <a:t>Python</a:t>
            </a:r>
          </a:p>
          <a:p>
            <a:r>
              <a:rPr lang="en-GB" sz="1800" dirty="0"/>
              <a:t>SQL</a:t>
            </a:r>
          </a:p>
          <a:p>
            <a:r>
              <a:rPr lang="en-GB" sz="1800" dirty="0"/>
              <a:t>Scikit-learn</a:t>
            </a:r>
          </a:p>
          <a:p>
            <a:r>
              <a:rPr lang="en-GB" sz="1800" dirty="0" err="1"/>
              <a:t>Jupyter</a:t>
            </a:r>
            <a:r>
              <a:rPr lang="en-GB" sz="1800" dirty="0"/>
              <a:t> Notebook</a:t>
            </a:r>
          </a:p>
          <a:p>
            <a:r>
              <a:rPr lang="en-GB" sz="1800" dirty="0"/>
              <a:t>MySQL Workbench</a:t>
            </a:r>
          </a:p>
          <a:p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Python was used for data analysis and machine learning. SQL was used for querying and </a:t>
            </a:r>
            <a:r>
              <a:rPr lang="en-GB" sz="1800" dirty="0" err="1"/>
              <a:t>analyzing</a:t>
            </a:r>
            <a:r>
              <a:rPr lang="en-GB" sz="1800" dirty="0"/>
              <a:t> customer data. Scikit-learn was used to build the prediction model.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29214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E8589-6C96-29A8-FB38-ABD131A6E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574589"/>
          </a:xfrm>
        </p:spPr>
        <p:txBody>
          <a:bodyPr>
            <a:normAutofit/>
          </a:bodyPr>
          <a:lstStyle/>
          <a:p>
            <a:r>
              <a:rPr lang="en-GB" sz="2400" b="1" dirty="0"/>
              <a:t>DATA OVERVIEW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155AF-71E8-DA5A-C077-A5A11751D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60389"/>
            <a:ext cx="9601200" cy="4607011"/>
          </a:xfrm>
        </p:spPr>
        <p:txBody>
          <a:bodyPr>
            <a:normAutofit/>
          </a:bodyPr>
          <a:lstStyle/>
          <a:p>
            <a:r>
              <a:rPr lang="en-GB" sz="1800" dirty="0"/>
              <a:t>Customer information</a:t>
            </a:r>
          </a:p>
          <a:p>
            <a:r>
              <a:rPr lang="en-GB" sz="1800" dirty="0"/>
              <a:t>Monthly charges</a:t>
            </a:r>
          </a:p>
          <a:p>
            <a:r>
              <a:rPr lang="en-GB" sz="1800" dirty="0"/>
              <a:t>Total charges</a:t>
            </a:r>
          </a:p>
          <a:p>
            <a:r>
              <a:rPr lang="en-GB" sz="1800" dirty="0"/>
              <a:t>Contract details</a:t>
            </a:r>
          </a:p>
          <a:p>
            <a:r>
              <a:rPr lang="en-GB" sz="1800" dirty="0"/>
              <a:t>Churn status</a:t>
            </a:r>
          </a:p>
          <a:p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The dataset contains customer information such as demographics, monthly charges, contract details, payment methods, and churn status.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773680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5941-BF4D-9E87-E7B2-1195F9A3F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71151"/>
          </a:xfrm>
        </p:spPr>
        <p:txBody>
          <a:bodyPr>
            <a:normAutofit/>
          </a:bodyPr>
          <a:lstStyle/>
          <a:p>
            <a:r>
              <a:rPr lang="en-GB" sz="2400" b="1" dirty="0"/>
              <a:t>DATA CLEANING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3B541-D0BE-6B36-2F88-FD3480404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56951"/>
            <a:ext cx="9601200" cy="4310449"/>
          </a:xfrm>
        </p:spPr>
        <p:txBody>
          <a:bodyPr>
            <a:normAutofit/>
          </a:bodyPr>
          <a:lstStyle/>
          <a:p>
            <a:r>
              <a:rPr lang="en-GB" sz="1800" dirty="0"/>
              <a:t>Removed missing values</a:t>
            </a:r>
          </a:p>
          <a:p>
            <a:r>
              <a:rPr lang="en-GB" sz="1800" dirty="0"/>
              <a:t>Converted data types</a:t>
            </a:r>
          </a:p>
          <a:p>
            <a:r>
              <a:rPr lang="en-GB" sz="1800" dirty="0"/>
              <a:t>Encoded categorical columns</a:t>
            </a:r>
          </a:p>
          <a:p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Missing values were handled, categorical columns were encoded, and data types were converted to prepare the dataset for analysis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0124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87D67-F208-902F-EC29-BAEBE770E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1"/>
            <a:ext cx="9601200" cy="685800"/>
          </a:xfrm>
        </p:spPr>
        <p:txBody>
          <a:bodyPr>
            <a:normAutofit/>
          </a:bodyPr>
          <a:lstStyle/>
          <a:p>
            <a:r>
              <a:rPr lang="en-GB" sz="2400" b="1" dirty="0"/>
              <a:t>SQL ANALYSIS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13D81-F5FA-0318-8702-0840940BC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1601"/>
            <a:ext cx="9601200" cy="4495799"/>
          </a:xfrm>
        </p:spPr>
        <p:txBody>
          <a:bodyPr>
            <a:normAutofit/>
          </a:bodyPr>
          <a:lstStyle/>
          <a:p>
            <a:r>
              <a:rPr lang="en-GB" sz="1800" dirty="0"/>
              <a:t>Customer count</a:t>
            </a:r>
          </a:p>
          <a:p>
            <a:r>
              <a:rPr lang="en-GB" sz="1800" dirty="0"/>
              <a:t>Average monthly charges</a:t>
            </a:r>
          </a:p>
          <a:p>
            <a:r>
              <a:rPr lang="en-GB" sz="1800" dirty="0"/>
              <a:t>Churn analysis</a:t>
            </a:r>
          </a:p>
          <a:p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SQL queries were used to </a:t>
            </a:r>
            <a:r>
              <a:rPr lang="en-GB" sz="1800" dirty="0" err="1"/>
              <a:t>analyze</a:t>
            </a:r>
            <a:r>
              <a:rPr lang="en-GB" sz="1800" dirty="0"/>
              <a:t> customer patterns, calculate customer counts, identify churned customers, and study monthly charges.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92384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9D9E-5BB7-BD07-D907-8A28CE88F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6373"/>
          </a:xfrm>
        </p:spPr>
        <p:txBody>
          <a:bodyPr>
            <a:normAutofit/>
          </a:bodyPr>
          <a:lstStyle/>
          <a:p>
            <a:r>
              <a:rPr lang="en-GB" sz="2400" b="1" dirty="0"/>
              <a:t>MACHINE LEARNING MODEL</a:t>
            </a:r>
            <a:endParaRPr lang="en-IN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4C61-E2C9-9B02-2719-C3DA04ED7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22173"/>
            <a:ext cx="9601200" cy="4545227"/>
          </a:xfrm>
        </p:spPr>
        <p:txBody>
          <a:bodyPr>
            <a:normAutofit/>
          </a:bodyPr>
          <a:lstStyle/>
          <a:p>
            <a:r>
              <a:rPr lang="en-GB" sz="1800" dirty="0"/>
              <a:t>Logistic regression</a:t>
            </a:r>
          </a:p>
          <a:p>
            <a:r>
              <a:rPr lang="en-GB" sz="1800" dirty="0"/>
              <a:t>Train-test-split</a:t>
            </a:r>
          </a:p>
          <a:p>
            <a:r>
              <a:rPr lang="en-GB" sz="1800" dirty="0"/>
              <a:t>Prediction model</a:t>
            </a:r>
          </a:p>
          <a:p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800"/>
              <a:t>A Logistic Regression classification model was built to predict customer churn using customer-related features</a:t>
            </a:r>
            <a:endParaRPr lang="en-GB" sz="1800" dirty="0"/>
          </a:p>
          <a:p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450932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9DDB8-4F92-2AD7-17E6-4139C79A8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3443"/>
          </a:xfrm>
        </p:spPr>
        <p:txBody>
          <a:bodyPr>
            <a:normAutofit/>
          </a:bodyPr>
          <a:lstStyle/>
          <a:p>
            <a:r>
              <a:rPr lang="en-GB" sz="3200" b="1" dirty="0"/>
              <a:t>RESULTS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814A3-53DE-EE17-BDC9-955165AB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59243"/>
            <a:ext cx="9601200" cy="4508157"/>
          </a:xfrm>
        </p:spPr>
        <p:txBody>
          <a:bodyPr>
            <a:normAutofit/>
          </a:bodyPr>
          <a:lstStyle/>
          <a:p>
            <a:r>
              <a:rPr lang="en-GB" sz="1800" dirty="0"/>
              <a:t>High monthly charges increase churn</a:t>
            </a:r>
          </a:p>
          <a:p>
            <a:r>
              <a:rPr lang="en-GB" sz="1800" dirty="0"/>
              <a:t>Long term customers are loyal</a:t>
            </a:r>
          </a:p>
          <a:p>
            <a:r>
              <a:rPr lang="en-GB" sz="1800" dirty="0"/>
              <a:t>Month to month contracts show high churn</a:t>
            </a:r>
          </a:p>
          <a:p>
            <a:endParaRPr lang="en-GB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sz="1800" dirty="0"/>
              <a:t>The analysis showed that customers with high monthly charges and month-to-month contracts are more likely to churn.</a:t>
            </a:r>
          </a:p>
        </p:txBody>
      </p:sp>
    </p:spTree>
    <p:extLst>
      <p:ext uri="{BB962C8B-B14F-4D97-AF65-F5344CB8AC3E}">
        <p14:creationId xmlns:p14="http://schemas.microsoft.com/office/powerpoint/2010/main" val="3634330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228E4-8690-CDC8-0D0C-8B7BB4A7A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22870"/>
          </a:xfrm>
        </p:spPr>
        <p:txBody>
          <a:bodyPr>
            <a:normAutofit/>
          </a:bodyPr>
          <a:lstStyle/>
          <a:p>
            <a:r>
              <a:rPr lang="en-GB" sz="3200" b="1" dirty="0"/>
              <a:t>RECOMMEDATIONS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673FE-555B-3112-C460-3A5215046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18735"/>
            <a:ext cx="9601200" cy="4248665"/>
          </a:xfrm>
        </p:spPr>
        <p:txBody>
          <a:bodyPr>
            <a:normAutofit/>
          </a:bodyPr>
          <a:lstStyle/>
          <a:p>
            <a:r>
              <a:rPr lang="en-GB" sz="1800" dirty="0"/>
              <a:t>Improve customer support</a:t>
            </a:r>
          </a:p>
          <a:p>
            <a:r>
              <a:rPr lang="en-GB" sz="1800" dirty="0"/>
              <a:t>Offer loyalty rewards</a:t>
            </a:r>
          </a:p>
          <a:p>
            <a:r>
              <a:rPr lang="en-GB" sz="1800" dirty="0"/>
              <a:t>Promote long </a:t>
            </a:r>
            <a:r>
              <a:rPr lang="en-GB" sz="1800"/>
              <a:t>term contracts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074267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DA8A-6AF0-9ABC-C92F-2C8BF9C0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1"/>
            <a:ext cx="9601200" cy="661086"/>
          </a:xfrm>
        </p:spPr>
        <p:txBody>
          <a:bodyPr>
            <a:normAutofit fontScale="90000"/>
          </a:bodyPr>
          <a:lstStyle/>
          <a:p>
            <a:r>
              <a:rPr lang="en-GB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17040-806D-EDD9-7046-2CF1519BF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32239"/>
            <a:ext cx="9601200" cy="4335162"/>
          </a:xfrm>
        </p:spPr>
        <p:txBody>
          <a:bodyPr/>
          <a:lstStyle/>
          <a:p>
            <a:r>
              <a:rPr lang="en-GB" dirty="0"/>
              <a:t>Successfully predicted churn</a:t>
            </a:r>
          </a:p>
          <a:p>
            <a:r>
              <a:rPr lang="en-GB" dirty="0"/>
              <a:t>Found important customer insights</a:t>
            </a:r>
          </a:p>
          <a:p>
            <a:r>
              <a:rPr lang="en-GB" dirty="0"/>
              <a:t>Suggested retention strategies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/>
              <a:t>The project successfully predicted customer churn and provided useful business insights and retention strategies for telecom companies.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062174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{8FA50B6D-B9B2-40CE-83AD-B3736DA10139}TFc3084226-2d0c-440f-9f46-6b48c7a7f670e6ba4a85-fc4a2881d6b3</Template>
  <TotalTime>191</TotalTime>
  <Words>321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Franklin Gothic Book</vt:lpstr>
      <vt:lpstr>Wingdings</vt:lpstr>
      <vt:lpstr>Crop</vt:lpstr>
      <vt:lpstr>CUSTOMER CHURN ANALYSIS</vt:lpstr>
      <vt:lpstr>INTRODUCTION</vt:lpstr>
      <vt:lpstr>OBJECTIVE</vt:lpstr>
      <vt:lpstr>TOOLS USED</vt:lpstr>
      <vt:lpstr>DATA OVERVIEW</vt:lpstr>
      <vt:lpstr>DATA CLEANING</vt:lpstr>
      <vt:lpstr>SQL ANALYSIS</vt:lpstr>
      <vt:lpstr>MACHINE LEARNING MODEL</vt:lpstr>
      <vt:lpstr>RESULTS</vt:lpstr>
      <vt:lpstr>RECOMMEDATIONS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</cp:revision>
  <dcterms:created xsi:type="dcterms:W3CDTF">2026-05-13T09:38:29Z</dcterms:created>
  <dcterms:modified xsi:type="dcterms:W3CDTF">2026-05-15T09:32:03Z</dcterms:modified>
</cp:coreProperties>
</file>